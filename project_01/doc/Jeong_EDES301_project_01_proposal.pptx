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1" r:id="rId2"/>
    <p:sldId id="367" r:id="rId3"/>
    <p:sldId id="368" r:id="rId4"/>
    <p:sldId id="370" r:id="rId5"/>
    <p:sldId id="369" r:id="rId6"/>
    <p:sldId id="3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9" autoAdjust="0"/>
    <p:restoredTop sz="94737" autoAdjust="0"/>
  </p:normalViewPr>
  <p:slideViewPr>
    <p:cSldViewPr>
      <p:cViewPr varScale="1">
        <p:scale>
          <a:sx n="115" d="100"/>
          <a:sy n="115" d="100"/>
        </p:scale>
        <p:origin x="328" y="2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10/20/24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10/20/24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10/20/24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10/20/24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10/20/24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10/20/24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10/20/24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10/20/24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hackster.io/sp94/engi-301-sunrise-alarm-clock-e4a65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&lt;</a:t>
            </a:r>
            <a:r>
              <a:rPr lang="en-US" sz="6000" dirty="0" err="1"/>
              <a:t>Eggcellent</a:t>
            </a:r>
            <a:r>
              <a:rPr lang="en-US" sz="6000" dirty="0"/>
              <a:t> Timer&gt;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dirty="0"/>
              <a:t>&lt;09.30.24&gt;</a:t>
            </a:r>
          </a:p>
          <a:p>
            <a:r>
              <a:rPr lang="en-US" dirty="0"/>
              <a:t>&lt;</a:t>
            </a:r>
            <a:r>
              <a:rPr lang="en-US" dirty="0" err="1"/>
              <a:t>Sumin</a:t>
            </a:r>
            <a:r>
              <a:rPr lang="en-US" dirty="0"/>
              <a:t> Jeong&gt;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29991"/>
            <a:ext cx="10972800" cy="4495799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endParaRPr lang="en-US" sz="1700" dirty="0"/>
          </a:p>
          <a:p>
            <a:pPr lvl="1"/>
            <a:r>
              <a:rPr lang="en-US" sz="1700" dirty="0"/>
              <a:t>Egg cooking timer</a:t>
            </a:r>
          </a:p>
          <a:p>
            <a:pPr lvl="2"/>
            <a:r>
              <a:rPr lang="en-US" sz="1700" dirty="0"/>
              <a:t>There are buttons for each timer, depending on the degree </a:t>
            </a:r>
          </a:p>
          <a:p>
            <a:pPr marL="506412" lvl="2" indent="0">
              <a:buNone/>
            </a:pPr>
            <a:r>
              <a:rPr lang="en-US" sz="1700" dirty="0"/>
              <a:t>of how much you want the egg to be boiled </a:t>
            </a:r>
          </a:p>
          <a:p>
            <a:pPr lvl="2"/>
            <a:r>
              <a:rPr lang="en-US" sz="1700" dirty="0"/>
              <a:t>Ex) 6 min button for soft yolk, 10 min for fully hard-boiled, etc. </a:t>
            </a:r>
          </a:p>
          <a:p>
            <a:pPr lvl="2"/>
            <a:r>
              <a:rPr lang="en-US" sz="1700" dirty="0"/>
              <a:t>Temperature sensor: informs the temperature of water</a:t>
            </a:r>
          </a:p>
          <a:p>
            <a:pPr lvl="2"/>
            <a:r>
              <a:rPr lang="en-US" sz="1700" dirty="0"/>
              <a:t>IR break beam sensor: tells when to put in the egg</a:t>
            </a:r>
          </a:p>
          <a:p>
            <a:pPr lvl="2"/>
            <a:r>
              <a:rPr lang="en-US" sz="1700" dirty="0"/>
              <a:t>There is a display that shows the timer counting down and the</a:t>
            </a:r>
          </a:p>
          <a:p>
            <a:pPr marL="506412" lvl="2" indent="0">
              <a:buNone/>
            </a:pPr>
            <a:r>
              <a:rPr lang="en-US" sz="1700" dirty="0"/>
              <a:t>water temperature  </a:t>
            </a:r>
          </a:p>
          <a:p>
            <a:pPr lvl="2"/>
            <a:r>
              <a:rPr lang="en-US" sz="1700" dirty="0"/>
              <a:t>Buzzer alarms when it is done cooking</a:t>
            </a:r>
          </a:p>
          <a:p>
            <a:pPr marL="506412" lvl="2" indent="0">
              <a:buNone/>
            </a:pPr>
            <a:endParaRPr lang="en-US" sz="1700" dirty="0"/>
          </a:p>
          <a:p>
            <a:pPr marL="506412" lvl="2" indent="0">
              <a:buNone/>
            </a:pPr>
            <a:endParaRPr lang="en-US" sz="1700" dirty="0"/>
          </a:p>
          <a:p>
            <a:pPr marL="506412" lvl="2" indent="0">
              <a:buNone/>
            </a:pPr>
            <a:endParaRPr lang="en-US" sz="1700" dirty="0"/>
          </a:p>
          <a:p>
            <a:pPr marL="506412" lvl="2" indent="0">
              <a:buNone/>
            </a:pPr>
            <a:endParaRPr lang="en-US" sz="1700" dirty="0"/>
          </a:p>
          <a:p>
            <a:pPr lvl="1"/>
            <a:r>
              <a:rPr lang="en-US" sz="1700" dirty="0"/>
              <a:t>In terms of how the device would look like, I got motivation from this project</a:t>
            </a:r>
            <a:r>
              <a:rPr lang="en-US" altLang="ko-KR" sz="1700" dirty="0"/>
              <a:t>:</a:t>
            </a:r>
            <a:endParaRPr lang="en-US" sz="1700" dirty="0">
              <a:hlinkClick r:id="rId2"/>
            </a:endParaRPr>
          </a:p>
          <a:p>
            <a:pPr marL="274320" lvl="1" indent="0">
              <a:buNone/>
            </a:pPr>
            <a:r>
              <a:rPr lang="en-US" sz="1700" dirty="0">
                <a:hlinkClick r:id="rId2"/>
              </a:rPr>
              <a:t>https://www.hackster.io/sp94/engi-301-sunrise-alarm-clock-e4a65d</a:t>
            </a:r>
            <a:endParaRPr lang="en-US" sz="1700" dirty="0"/>
          </a:p>
          <a:p>
            <a:pPr marL="506412" lvl="2" indent="0">
              <a:buNone/>
            </a:pPr>
            <a:endParaRPr lang="en-US" sz="1700" dirty="0"/>
          </a:p>
          <a:p>
            <a:pPr lvl="1"/>
            <a:endParaRPr lang="en-US" sz="1700" dirty="0"/>
          </a:p>
        </p:txBody>
      </p:sp>
      <p:pic>
        <p:nvPicPr>
          <p:cNvPr id="1026" name="Picture 2" descr="How to boil an egg">
            <a:extLst>
              <a:ext uri="{FF2B5EF4-FFF2-40B4-BE49-F238E27FC236}">
                <a16:creationId xmlns:a16="http://schemas.microsoft.com/office/drawing/2014/main" id="{7E6A6FCC-8857-0529-93B7-A08570D9D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700" y="228600"/>
            <a:ext cx="4562707" cy="452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FC3262-CFFB-2DA7-55DB-1A55C1060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143001"/>
            <a:ext cx="6840687" cy="475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5530C6-BEFC-9250-9465-33A7B12AF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2614" y="1295400"/>
            <a:ext cx="5846771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5828185"/>
              </p:ext>
            </p:extLst>
          </p:nvPr>
        </p:nvGraphicFramePr>
        <p:xfrm>
          <a:off x="609600" y="1295400"/>
          <a:ext cx="10972800" cy="3505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1x LCD Touchscreen (https://</a:t>
                      </a:r>
                      <a:r>
                        <a:rPr lang="en-US" dirty="0" err="1"/>
                        <a:t>www.adafruit.com</a:t>
                      </a:r>
                      <a:r>
                        <a:rPr lang="en-US" dirty="0"/>
                        <a:t>/product/1770)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$29.95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1x Buzzer (https://</a:t>
                      </a:r>
                      <a:r>
                        <a:rPr lang="en-US" dirty="0" err="1"/>
                        <a:t>www.adafruit.com</a:t>
                      </a:r>
                      <a:r>
                        <a:rPr lang="en-US" dirty="0"/>
                        <a:t>/product/1536)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5x Arcade buttons (https://</a:t>
                      </a:r>
                      <a:r>
                        <a:rPr lang="en-US" dirty="0" err="1"/>
                        <a:t>www.adafruit.com</a:t>
                      </a:r>
                      <a:r>
                        <a:rPr lang="en-US" dirty="0"/>
                        <a:t>/product/3491)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Temperature sensor 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www.amazon.com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/Gikfun-DS18B20-Waterproof-Digital-Temperature/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dp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/B08V93CTM2)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$13.48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IR break beam sensor (https://</a:t>
                      </a:r>
                      <a:r>
                        <a:rPr lang="en-US" dirty="0" err="1"/>
                        <a:t>www.adafruit.com</a:t>
                      </a:r>
                      <a:r>
                        <a:rPr lang="en-US" dirty="0"/>
                        <a:t>/product/2167)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0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0254E-37BD-DCF2-32D2-2EF32A16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BA44-2C7D-D5DE-D600-1C2F22AF2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b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</a:br>
            <a:endParaRPr lang="en-US" b="0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648CA-027E-E178-4DD6-5104D8EFA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53223"/>
            <a:ext cx="7772400" cy="456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3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9735</TotalTime>
  <Words>242</Words>
  <Application>Microsoft Macintosh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Lato</vt:lpstr>
      <vt:lpstr>Diamond Grid 16x9</vt:lpstr>
      <vt:lpstr>EDES 301  &lt;Eggcellent Timer&gt; Proposal</vt:lpstr>
      <vt:lpstr>Background Information</vt:lpstr>
      <vt:lpstr>System Block Diagram</vt:lpstr>
      <vt:lpstr>Power Block Diagram</vt:lpstr>
      <vt:lpstr>Components / Budget</vt:lpstr>
      <vt:lpstr>Software Block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Microsoft Office User</cp:lastModifiedBy>
  <cp:revision>419</cp:revision>
  <dcterms:created xsi:type="dcterms:W3CDTF">2018-01-09T20:24:50Z</dcterms:created>
  <dcterms:modified xsi:type="dcterms:W3CDTF">2024-10-21T00:17:52Z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